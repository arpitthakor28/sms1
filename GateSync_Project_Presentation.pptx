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320040"/>
            <a:ext cx="438912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84048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  •  SCHOOL OF ENGINEERING</a:t>
            </a:r>
            <a:endParaRPr lang="en-US" sz="950" dirty="0"/>
          </a:p>
        </p:txBody>
      </p:sp>
      <p:pic>
        <p:nvPicPr>
          <p:cNvPr id="5" name="Image 0" descr="D:\Projects\GATESYNC\screenshots\ppsu_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0" y="320040"/>
            <a:ext cx="146304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14173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Residential Society Security &amp; Real-Time Visitor Management System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17830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full-stack, installable Progressive Web Application (PWA) designed for modern gated housing societies. It replaces physical paper logbooks with instant mobile push notifications for residents, 1-tap courier clearance, pre-approved QR guest passes, and society maintenance accounting.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2468880"/>
            <a:ext cx="8046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468880"/>
            <a:ext cx="73152" cy="20116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606040"/>
            <a:ext cx="4023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
</a:t>
            </a:r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ARPITSINH THAKOR
</a:t>
            </a:r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NUMBER
</a:t>
            </a:r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23SE02IE040
</a:t>
            </a:r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&amp; DEPARTMENT
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in Information Technology &amp; Engineering</a:t>
            </a:r>
            <a:endParaRPr lang="en-US" sz="8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Information Technology, SOE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937760" y="26060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
</a:t>
            </a:r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 8, GETCO, Near Bilitha, Dhamdod, Kosamba, Gujarat 394125
</a:t>
            </a:r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TYPE &amp; ACADEMIC YEAR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Year Capstone Engineering Project  |  2025–2026
</a:t>
            </a:r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PWA, Java 21 Spring Boot 3, MongoDB Atlas Cloud, STOMP WebSockets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 BACKGROUND &amp; CONTEXT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Motivation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Gated Communities Need a Modern Digital Gate Security System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  •  SLIDE 2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38862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34440"/>
            <a:ext cx="54864" cy="33375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371600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PAPER REGISTER PROBLEMS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1691640"/>
            <a:ext cx="35204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Long Gate Queues at Peak Hours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manually write down visitor names, phone numbers, and flat numbers in a physical book. Each car takes 2–4 minutes, causing entry traffic.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Zero Privacy for Residents &amp; Visitors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 logbook sits open at the security cabin. Anyone standing at the gate can read or photograph resident phone numbers and visiting flats.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Unanswered Intercoms &amp; Calls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frequently call residents on intercom or phone to verify visitors. When calls are missed, guards let visitors in unverified.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E-Commerce Logistics Overload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volumes of daily couriers (Swiggy, Zomato, Amazon, Blinkit) create excessive manual typing overhead for gatekeepers.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234440"/>
            <a:ext cx="38862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09160" y="1234440"/>
            <a:ext cx="54864" cy="33375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371600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GATESYNC DIGITAL SOLUTION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92040" y="1691640"/>
            <a:ext cx="35204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Instant Mobile Push Alerts (&lt; 150ms)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visitor arrives, the guard enters details and an instant pop-up alert appears on the resident phone with visitor info and photo.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1-Tap Resident Remote Approvals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simply tap Approve or Deny from their smartphone anywhere (at home, office, or travelling) without phone calls.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Pre-Approved Guest Passes with QR Code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create guest passes beforehand for friends or family. Guests show their QR code or 6-digit OTP for 2-second fast clearance.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1-Tap Fast Delivery Partner Entry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buttons for Swiggy, Zomato, Amazon, and Blinkit allow guards to clear couriers without typing names manually.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 SYSTEM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Technologies Used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Web &amp; Mobile Architecture Built for Reliability, Speed and Security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  •  SLIDE 3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80467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34440"/>
            <a:ext cx="54864" cy="7498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307592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CLIENT TIER (Progressive Web App)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31520" y="1490472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19, Vite, Lucide Icons, STOMP over SockJS, Service Worker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169164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Responsive, mobile-friendly interface installable on Android and iOS. Includes client-side offline queueing to store entries if the gate internet is down.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2075688"/>
            <a:ext cx="80467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075688"/>
            <a:ext cx="54864" cy="749808"/>
          </a:xfrm>
          <a:prstGeom prst="rect">
            <a:avLst/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14884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APPLICATION TIER (REST &amp; WebSocket Server)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31520" y="233172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LTS, Spring Boot 3.3.4, Spring Security 6, JJWT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31520" y="2532888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microservice handling user authentication, role-based access control, WebSocket message broker (/topic and /user/queue), and transactional business logic.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2916936"/>
            <a:ext cx="80467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2916936"/>
            <a:ext cx="54864" cy="74980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2990088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&amp; PERSISTENCE TIER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31520" y="3172968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(Cloud NoSQL) &amp; H2 In-Memory Relational Engine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" y="3374136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persistently stores visitor logs, device push tokens, guest passes, and audit trails. In-memory relational mapping is used for fast user lookup.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3758184"/>
            <a:ext cx="80467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758184"/>
            <a:ext cx="54864" cy="7498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3831336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HOSTING &amp; DEPLOYMENT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31520" y="4014216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Cloud (Dockerized Spring Boot) &amp; GitHub Pages (PWA Hosting)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31520" y="4215384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Containerized production backend deployed on Render with automated health check (/api/health) and static frontend deployed on GitHub Pages.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 ADMIN PORTAL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 Admin Dashboard &amp; Live Overview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Web Portal for Society Office Bearers and Committee Members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  •  SLIDE 4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3931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34440"/>
            <a:ext cx="54864" cy="33375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3716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USER WORKFLOW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Real-Time Society Statistics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overall counts of flats (128), residents (342), active security guards, and total visitor traffic for the day.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Live Gate Traffic Feed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visitors currently inside the society, pending gate approvals, and recent checkouts with instant live updates.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Quick Access Actions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shortcuts to add/edit residents, manage security personnel, issue circulars, and review maintenance fees.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Secure Role Separation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have full oversight but sensitive resident passwords are encrypted and individual privacy is strictly preserved.
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234440"/>
            <a:ext cx="3931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0" descr="D:\Projects\GATESYNC\screenshots\fresh_1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325880"/>
            <a:ext cx="374904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 GATEHOUSE INGRESS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Terminal: Fast Visitor Registration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Touch-Friendly Interface Designed for Security Guards on Tablets and Phones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  •  SLIDE 5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3931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34440"/>
            <a:ext cx="54864" cy="33375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3716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USER WORKFLOW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Quick 15-Second Registration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enters the visitor full name, mobile number, flat number, visit purpose, and vehicle registration number.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Fast Auto-Complete Flat Search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types flat number (e.g., A-101) and the resident details appear instantly without looking up phone numbers.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Instant Push to Resident Mobile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Clicking Send Entry Request pushes the visitor notification directly to the resident phone over WebSockets.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On-Screen Status Tracking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screen shows status badges: Waiting for Approval, Approved (Green), or Denied (Red) in real-time.
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234440"/>
            <a:ext cx="3931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0" descr="D:\Projects\GATESYNC\screenshots\fresh_3_guard_des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325880"/>
            <a:ext cx="374904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 RESIDENT VERIFICATION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Real-Time Alert &amp; 1-Tap Approval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Pop-Up Alert on Resident Smartphone for Fast Remote Entry Decisions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  •  SLIDE 6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3931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34440"/>
            <a:ext cx="54864" cy="33375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3716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USER WORKFLOW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Automatic Screen Pop-Up Modal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guard logs a visitor, a clean modal immediately pops up on the resident screen accompanied by an alert chime.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Complete Visitor Information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the visitor photo, full name, visit reason, vehicle number, and gate location for clear identification.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1-Tap Binary Decision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taps the Green Approve Entry button or Red Deny Entry button. A reason can be added if denying entry.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Prevents Conflicting Decisions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two residents in the same flat view the alert, the first response is recorded and prevents double-approvals.
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234440"/>
            <a:ext cx="3931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0" descr="D:\Projects\GATESYNC\screenshots\fresh_fig_8_3_arrival_ale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325880"/>
            <a:ext cx="374904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 DELIVERY AUTOMATION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1-Tap Fast Delivery &amp; Courier Clearance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Fast-Track Entry for Popular Logistics and Food Delivery Couriers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  •  SLIDE 7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3931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34440"/>
            <a:ext cx="54864" cy="33375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3716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USER WORKFLOW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One-Tap Delivery Brand Buttons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buttons for Swiggy, Zomato, Amazon, Blinkit, and Flipkart allow guards to clear couriers without typing.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Reduces Gate Bottlenecks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courier entry processing from 2 minutes down to under 5 seconds during busy lunch and dinner hours.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Doorstep vs Gate Delivery Options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can instruct whether the delivery person is permitted to come upstairs or leave the parcel at the gate.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Searchable Delivery Records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courier entry is logged with provider name, target flat, and timestamp for parcel tracking.
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234440"/>
            <a:ext cx="3931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0" descr="D:\Projects\GATESYNC\screenshots\fresh_real_quick_delivery_mod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325880"/>
            <a:ext cx="374904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 GUEST PASSES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Pre-Approved Digital Passes &amp; QR Code Scanner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Hassle-Free Entry for Family, Friends, Parties, and Expected Service Workers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  •  SLIDE 8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3931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34440"/>
            <a:ext cx="54864" cy="33375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3716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USER WORKFLOW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Residents Create Passes in Advance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enter guest details and pick valid dates/times (e.g., valid today from 5:00 PM to 10:00 PM).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Generates 6-Digit Code &amp; QR Code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secure 6-digit numeric pass code and scannable QR code are automatically generated for the guest.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1-Click WhatsApp Sharing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can directly share the invite message with the QR code and entry link to their guest via WhatsApp.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Camera QR Scan at Gatehouse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scans the guest QR code with the tablet camera or enters the 6-digit code for instant 2-second entry.
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234440"/>
            <a:ext cx="3931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0" descr="D:\Projects\GATESYNC\screenshots\fresh_pass_scanner_mod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325880"/>
            <a:ext cx="374904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 VISITOR RECORDS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Visitor Registry &amp; Historical Gate Logs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Searchable Digital Ledger of Every Person Entering and Leaving the Campus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  •  SLIDE 9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3931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34440"/>
            <a:ext cx="54864" cy="33375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3716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USER WORKFLOW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Complete Real-Time Gate Registry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Searchable table showing visitor names, mobile numbers, vehicle numbers, entry time, and visiting flat.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Clear Visual Status Badges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Indicates who is currently INSIDE the society, who has CHECKED OUT, and which requests were REJECTED.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1-Tap Departure Checkout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visitor leaves the campus, guards click Check Out with one click, recording exact exit time and duration of stay.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Easy Search &amp; Security Export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can search past logs by date range, vehicle number, or flat for security reviews or police inquiries.
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234440"/>
            <a:ext cx="3931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0" descr="D:\Projects\GATESYNC\screenshots\fresh_2_visitor_regist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325880"/>
            <a:ext cx="374904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 SOCIETY FINANCE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 Maintenance Billing &amp; Problem Helpdesk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Monthly Billing, Dues Tracking, and Resident Repair Requests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  •  SLIDE 10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3931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34440"/>
            <a:ext cx="54864" cy="33375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3716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USER WORKFLOW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Flat-Wise Maintenance Invoicing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monthly society dues with clear breakdown for maintenance, parking, water, and sinking funds.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Payment Status Tracking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which flats have Paid, are Pending, or Overdue with simple color-coded badges for society managers.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Printable Digital PDF Invoices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and committee members can view and download itemized PDF payment receipts.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Resident Maintenance Helpdesk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can raise society maintenance tickets (e.g., plumbing leaks, elevator issues) with live progress tracking.
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234440"/>
            <a:ext cx="3931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0" descr="D:\Projects\GATESYNC\screenshots\fresh_3_maintenance_bill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325880"/>
            <a:ext cx="374904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SECURITY &amp; RELIABILITY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 &amp; Offline Reliability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GateSync Protects Resident Data and Keeps Working When Internet Drops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  •  SLIDE 11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25146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34440"/>
            <a:ext cx="54864" cy="33375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37160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 &amp; PRIVACY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Zero-Trust JWT Auth: 15-minute rotating access tokens keep user sessions secure.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Encrypted Passwords: Passwords hashed with BCrypt; forced reset on first login.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Strict Role-Based Access: Admin, Resident, and Guard roles only view permitted screens.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Privacy by Design: Visitor phone numbers and personal data are hidden from public view.
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310128" y="1234440"/>
            <a:ext cx="25146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10128" y="1234440"/>
            <a:ext cx="54864" cy="33375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47288" y="137160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GATE CONTINUITY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47288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Service Worker Caching: The web app starts up even if the gate Wi-Fi is down.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Offline Entry Queue: Visitor entries recorded without internet store in local memory.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Auto-Reconnection Sync: When internet restores, queued entries sync automatically.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Lost Logs: Guards never need to revert to manual paper registers during network blips.
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071616" y="1234440"/>
            <a:ext cx="25146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71616" y="1234440"/>
            <a:ext cx="54864" cy="33375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08776" y="137160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DATABASE &amp; BACKUPS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08776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MongoDB Atlas Cluster: Cloud database with automated replication and high availability.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2-Second Deduplication: Prevents double-notification spam if a button is double-tapped.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Emergency SOS Siren: Residents or guards can sound an immediate campus security alarm.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Tamper-Proof Audit Trail: Every admin and gate event logs timestamp and actor identity.
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Project Evaluation Discussion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80467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25880"/>
            <a:ext cx="73152" cy="17373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630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LIVE DELIVERABLES &amp; CLOUD ENDPOINTS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1719072"/>
            <a:ext cx="7589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Live Web Application (PWA): 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https://arpitthakor28.github.io/sms1/  (Responsive mobile &amp; desktop app)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Live Cloud Backend API: 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https://sms1-c9sj.onrender.com  (Spring Boot 3 + Java 21 container on Render)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Continuous Health Monitor: 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https://sms1-c9sj.onrender.com/api/health  (Nap Stopper Uptime Endpoint)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GitHub Source Code Repository: 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https://github.com/arpitthakor28/sms1  (Full-stack codebase, reports &amp; slides)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80467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246120"/>
            <a:ext cx="73152" cy="1280160"/>
          </a:xfrm>
          <a:prstGeom prst="rect">
            <a:avLst/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383280"/>
            <a:ext cx="4023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DEVELOPER
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ARPITSINH THAKOR
</a:t>
            </a:r>
            <a:pPr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Number: 23SE02IE040
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in Information Technology &amp; Engineering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937760" y="3383280"/>
            <a:ext cx="3474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&amp; UNIVERSITY
</a:t>
            </a:r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Information Technology
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(SOE), P. P. Savani University
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2025–2026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480060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All Rights Reserved ©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P. P. Savani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GATESYNC - Smart Residential Security &amp; Visitor Management System</dc:title>
  <dc:subject>PptxGenJS Presentation</dc:subject>
  <dc:creator>Arpitsinh Thakor (23SE02IE040)</dc:creator>
  <cp:lastModifiedBy>Arpitsinh Thakor (23SE02IE040)</cp:lastModifiedBy>
  <cp:revision>1</cp:revision>
  <dcterms:created xsi:type="dcterms:W3CDTF">2026-10-26T06:16:23Z</dcterms:created>
  <dcterms:modified xsi:type="dcterms:W3CDTF">2026-10-26T06:16:23Z</dcterms:modified>
</cp:coreProperties>
</file>