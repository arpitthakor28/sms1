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502920"/>
            <a:ext cx="4389120" cy="347472"/>
          </a:xfrm>
          <a:prstGeom prst="roundRect">
            <a:avLst>
              <a:gd name="adj" fmla="val 26316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6692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P. SAVANI UNIVERSITY • SCHOOL OF ENGINEERING</a:t>
            </a:r>
            <a:endParaRPr lang="en-US" sz="950" dirty="0"/>
          </a:p>
        </p:txBody>
      </p:sp>
      <p:pic>
        <p:nvPicPr>
          <p:cNvPr id="5" name="Image 0" descr="D:\Projects\GATESYNC\screenshots\ppsu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457200"/>
            <a:ext cx="14630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143000"/>
            <a:ext cx="7680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Smart Residential Security &amp; Real-Time Visitor Management 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5059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legacy physical register books with a real-time, zero-trust digital gatehouse bridge featuring sub-150ms STOMP WebSocket alerts, 1-tap deliveries, and offline-first PWA resilience.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3154680"/>
            <a:ext cx="768096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33375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NAME: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ARPITSINH THAKOR
</a:t>
            </a:r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NUMBER: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23SE02IE040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663440" y="33375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PROGRAM:
</a:t>
            </a:r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Computer Engineering
</a:t>
            </a:r>
            <a:pPr indent="0" marL="0"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&amp; INSTITUTION:
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Engineering, PPSU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BACKGROUND &amp; 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Gated Security Systems Fail in Modern Communities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463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CHALLENGES IN PAPER LOGBOOKS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520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Severe Gate Congestion: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pen-and-paper logging causes 3–5 min entry delays per vehicle during rush hours.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Privacy Leaks: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flat numbers and visitor phone numbers sit exposed in open paper ledgers.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Real-Time Verification: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rely on intercoms or phone calls that go unanswered, leading to unverified entry.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E-Commerce Logistics Surges: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deliveries (Swiggy, Zomato, Amazon, Blinkit) overwhelm gatekeepers with repetitive typing.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388620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GATESYNC DIGITAL ADVANTAGE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5204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Bidirectional Alerts: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Sub-150ms STOMP WebSocket push notifications directly to resident mobile screens.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Remote Decisions: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verify visitor identity with photo and tap Approve/Deny from anywhere in the world.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Fast Deliveries: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Pre-configured courier ingress buttons eliminate guard keyboard input.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Zero-Trust Security: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isolation, rotating JWT tokens, optical QR pass scanners, and full offline PWA queueing.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ENGINEERING &amp;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Cloud Architecture Built for Sub-150ms Real-Time Responsiveness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9903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PWA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58191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• Vite • Lucide • STOMP over SockJS • Service Worker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8013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PWA with offline queueing, responsive layouts, and instant audio chimes.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219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MICROSERVICE CORE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40487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LTS • Spring Boot 3.3.4 • Spring Security 6 • JJWT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REST controllers, WebSocket message broker, and atomic concurrency controls.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449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PERSISTENCE STRATEGY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2278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Cloud • Relational In-Memory H2 DB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47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document collections (notifications, passes, audit logs) + relational schema.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6791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CLOUD HOSTING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0507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Cloud (Dockerized Container) • GitHub Pages (Static PWA)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702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GitHub Actions CI/CD pipeline delivering high-availability cloud uptime.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20640" y="132588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508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HIGHLIGHTS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150 ms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16712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STOMP push latency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03520" y="25328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03520" y="28254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isolation per society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3191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838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with rotating HttpOnly cookies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0" y="384962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414223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Auto-syncing LocalStorage transaction queue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REAL-TIME OPERATIONS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Admin Dashboard &amp;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Command Center for Society Management, Gate Activity &amp; Financials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High-Level Metrics: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real-time KPIs including 128 registered flats, 342 active residents, 8 guards on duty, and monthly billing totals.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Gate Feed: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monitoring of active gate requests, pending resident approvals, and recent checkouts with sub-second synchronization.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Quick Actions: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navigation to visitor registrations, staff management, resident directory, and emergency broadcasts.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Scope: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analytics and resident information strictly within the authorized society boundary.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1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GATEHOUSE INGRESS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Desk Terminal &amp; Visitor Entry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Gatekeeper Workflow Replacing Bulky Paper Visitor Logs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Rapid Data Entry: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capture visitor full name, mobile number, visiting flat, purpose, and vehicle registration number in seconds.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Resident Search: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Auto-completing search for flat units and resident names eliminates phone directory lookups.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Notification Dispatch: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Submitting the entry request triggers immediate WebSocket push to the target resident device.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Queue Status Tracking: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observe the real-time decision status (Pending, Approved, Rejected) without leaving their station.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3_guard_de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RESIDENT 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 Real-Time Alert &amp; 1-Tap Approval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Sub-150ms Direct In-App Notification and Remote Gate Decisioning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Alert Modal: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pop-up modal appears on the resident device the moment a visitor arrives at the gate.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Verification Details: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Presents visitor name, arrival gate, purpose of visit, and vehicle details with an audible arrival chime.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Binary Decision: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tap Approve Entry (Green) or Deny Entry (Red) with an optional denial note for the guard.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Double-Decision Guard: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atomic lock prevents race conditions or conflicting decisions from co-residents.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fig_8_3_arrival_ale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LOGISTICS INGRESS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1-Tap Fast Logistics &amp; Courier Clearance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Gate Workflow for High-Volume E-Commerce Delivery Partners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Logistics Presets: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branded buttons for Swiggy, Zomato, Amazon, Blinkit, and Flipkart eliminate typing delays.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Peak-Hour Throughput: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courier entry clearance time from 2 minutes to under 5 seconds per delivery person.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Doorstep vs Gate Delivery: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can pre-authorize drop-at-gate or instruct guard to allow the courier directly to their unit.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Courier Audit: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delivery company name, parcel target, timestamp, and gatekeeper ID in the MongoDB audit ledger.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real_quick_delivery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GUEST ACCESS AUTOMATION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Pre-Approved Guest Passes &amp; QR Scanner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Self-Serve Invitations with Cryptographic Verification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Resident Self-Service: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generate digital passes in advance for family, event guests, or expected service workers.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6-Digit OTP &amp; QR Code: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pass includes a time-bounded cryptographic numeric code and high-contrast scannable QR.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1-Click Sharing: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 ready-to-share message and invite link directly sent to guests via WhatsApp.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Optical Camera Scanner: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guards verify passes in 2 seconds via optical QR scanning or numeric keypad entry.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pass_scanner_mod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SECURITY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Visitor Registry &amp; Audit Trail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Tamper-Proof Historical Log of Every Gate Crossing and Checkout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Comprehensive Gate Registry: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searchable table tracking visitor names, contact details, vehicle tags, arrival gate, and host flats.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Status Lifecycle Badges: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visual status indicators: INSIDE (active in campus), CHECKED_OUT (departed), or REJECTED.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Checkout Workflow: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Guards log departure with a single tap, recording exact exit timestamps and duration of stay.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Filterable Audit History: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historical records by date range, vehicle number, or flat for complete security auditing.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2_visitor_regist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FINANCIAL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Maintenance Billing &amp; Accounting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Invoicing, Payment Tracking &amp; Community Helpdesk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FUNCTIONALITY &amp; WORKFLOW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Invoice Management: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flat-wise monthly maintenance dues, utility charges, sinking funds, and penalty breakdowns.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Status Tracking: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visual classification of Paid, Pending, and Overdue dues across all wings and blocks.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Printable PDF Receipts: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and committee members can view and print professional itemized invoices.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Community Problem Tracker: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file facility maintenance tickets (plumbing, electrical, elevator) with live status updates.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325880"/>
            <a:ext cx="3977640" cy="3246120"/>
          </a:xfrm>
          <a:prstGeom prst="roundRect">
            <a:avLst>
              <a:gd name="adj" fmla="val 2817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pic>
        <p:nvPicPr>
          <p:cNvPr id="13" name="Image 0" descr="D:\Projects\GATESYNC\screenshots\fresh_3_maintenance_bill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7320"/>
            <a:ext cx="379476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SECURITY &amp; RELIABILITY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Security &amp; Offline Resilience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Data Protection, Multi-Tenant Boundaries &amp; Offline Business Continuity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8046720" cy="0"/>
          </a:xfrm>
          <a:prstGeom prst="line">
            <a:avLst/>
          </a:prstGeom>
          <a:noFill/>
          <a:ln w="12700">
            <a:solidFill>
              <a:srgbClr val="243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GATESYNC • Smart Residential Security Platform  |  Arpitsinh Thakor (23SE02IE040)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PPSU •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2588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162238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508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ZERO-TRUST JWT SECURITY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15-Minute rotating JWT access tokens in memory (XSS immune).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HttpOnly, SameSite=Strict cookies for refresh tokens.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salted password hashing with forced first-login reset.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Role-Based Access Control (RBAC): ADMIN, RESIDENT, GUARD.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508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OFFLINE-FIRST PWA RESILIENCE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Worker precaches app assets for 100% offline startup.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Transaction Queue stores visitor requests in LocalStorage.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synchronization immediately when network reconnects.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database fallback: In-memory H2 mapping + MongoDB Atlas.
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162238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508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CLOUD AUDIT &amp; DATA INTEGRITY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Immutable audit logging capturing actor ID, IP address, and payload.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2-second deduplication key window prevents duplicate alert spam.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multi-tenant partitioning ensures zero data leaks across societies.
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SOS triggers instant campus sirens and SMS dispatches.
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/ Project Evaluation &amp; Discussion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7680960" cy="1554480"/>
          </a:xfrm>
          <a:prstGeom prst="roundRect">
            <a:avLst>
              <a:gd name="adj" fmla="val 7059"/>
            </a:avLst>
          </a:prstGeom>
          <a:solidFill>
            <a:srgbClr val="162238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DEPLOYMENTS &amp; REPOSITORIES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Web Application (PWA):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https://arpitthakor28.github.io/sms1/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Cloud Backend API: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https://sms1-c9sj.onrender.com (Nap Stopper: /api/health)
</a:t>
            </a:r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GitHub Code Repository: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https://github.com/arpitthakor28/sms1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7680960" cy="1143000"/>
          </a:xfrm>
          <a:prstGeom prst="roundRect">
            <a:avLst>
              <a:gd name="adj" fmla="val 9600"/>
            </a:avLst>
          </a:prstGeom>
          <a:solidFill>
            <a:srgbClr val="162238"/>
          </a:solidFill>
          <a:ln w="12700">
            <a:solidFill>
              <a:srgbClr val="243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66160"/>
            <a:ext cx="7132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9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BY:
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ARPITSINH THAKOR  |  Enrollment: 23SE02IE040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(SOE) • P. P. Savani University • Academic Year 2025–2026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P. P. Savani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GATESYNC - Smart Residential Security &amp; Visitor Management Platform</dc:title>
  <dc:subject>PptxGenJS Presentation</dc:subject>
  <dc:creator>Arpitsinh Thakor (23SE02IE040)</dc:creator>
  <cp:lastModifiedBy>Arpitsinh Thakor (23SE02IE040)</cp:lastModifiedBy>
  <cp:revision>1</cp:revision>
  <dcterms:created xsi:type="dcterms:W3CDTF">2026-10-26T05:54:47Z</dcterms:created>
  <dcterms:modified xsi:type="dcterms:W3CDTF">2026-10-26T05:54:47Z</dcterms:modified>
</cp:coreProperties>
</file>