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320040"/>
            <a:ext cx="4572000" cy="32004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6576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• SCHOOL OF ENGINEERING</a:t>
            </a:r>
            <a:endParaRPr lang="en-US" sz="1000" dirty="0"/>
          </a:p>
        </p:txBody>
      </p:sp>
      <p:pic>
        <p:nvPicPr>
          <p:cNvPr id="5" name="Image 0" descr="D:\Projects\GATESYNC\screenshots\pps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74320"/>
            <a:ext cx="14630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7772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548640" y="135331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Gated Community Security &amp; Real-Time Visitor Management Platform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166420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enterprise-grade, offline-first Progressive Web Application (PWA) replacing legacy paper visitor registers with sub-150ms bidirectional STOMP WebSocket gatekeeper alerts, 1-tap logistics clearance, and cryptographic guest access.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286000"/>
            <a:ext cx="8046720" cy="2240280"/>
          </a:xfrm>
          <a:prstGeom prst="rect">
            <a:avLst/>
          </a:prstGeom>
          <a:solidFill>
            <a:srgbClr val="162238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2423160"/>
            <a:ext cx="384048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&amp; PRESENTED BY: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ARPITSINH THAKOR
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NUMBER: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23SE02IE040
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PROGRAM:
</a:t>
            </a:r>
            <a:pPr indent="0" marL="0">
              <a:buNone/>
            </a:pPr>
            <a:r>
              <a:rPr lang="en-US" sz="11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 Information Technology &amp; Engineering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
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FOCUS: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Development - Java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846320" y="2423160"/>
            <a:ext cx="356616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INSTITUTION: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
</a:t>
            </a:r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University, Surat, Gujarat
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CATEGORY: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Project
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YEAR:
</a:t>
            </a:r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2026–2027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Project Presentation (AY 2026–2027)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BACKGROUND &amp; CHALLENGES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Motivation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Traditional Physical Gatehouse Registers Fail in Modern Residential Societies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2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3886200" cy="3474720"/>
          </a:xfrm>
          <a:prstGeom prst="rect">
            <a:avLst/>
          </a:prstGeom>
          <a:solidFill>
            <a:srgbClr val="162238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28016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CHALLENGES IN PAPER LOGBOOKS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1600200"/>
            <a:ext cx="352044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Severe Gate Congestion: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pen-and-paper logging causes 3–5 min entry delays per vehicle during rush hours.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Privacy Leaks: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flat numbers and visitor phone numbers sit exposed in open paper ledgers.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Real-Time Verification: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rely on intercoms or phone calls that go unanswered, leading to unverified entry.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E-Commerce Logistics Surges: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deliveries (Swiggy, Zomato, Amazon, Blinkit) overwhelm gatekeepers with repetitive typing.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143000"/>
            <a:ext cx="3886200" cy="3474720"/>
          </a:xfrm>
          <a:prstGeom prst="rect">
            <a:avLst/>
          </a:prstGeom>
          <a:solidFill>
            <a:srgbClr val="16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28016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GATESYNC DIGITAL TRANSFORMATION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1600200"/>
            <a:ext cx="352044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Sub-150ms Instant Push Alerting: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STOMP WebSockets push arrival alerts straight to the resident mobile screen before visitor reaches barrier.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1-Tap Resident Remote Approvals: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verify visitor identity with arrival photo and tap Approve or Deny from anywhere in the world.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Pre-Approved QR &amp; 6-Digit Passes: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generate digital passes in advance for expected guests. Guards verify in 2 seconds via optical QR scanning.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1-Tap Logistics Partner Clearing: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1-tap fast ingress for Swiggy, Zomato, Amazon, and Blinkit completely eliminates typing bottlenecks.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ENGINEERING ARCHITECTURE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Architecture &amp; Technology Stack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Multi-Tier Cloud Architecture Built for Real-Time Responsiveness and Zero Data Loss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3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5029200" cy="786384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216152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PRESENTATION TIER (PWA)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1399032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• Vite • Lucide Icons • STOMP over SockJS • Service Worker Precaching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15819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Progressive Web App (PWA) with responsive layouts, offline transaction queue, and audible chime notifications.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2020824"/>
            <a:ext cx="5029200" cy="786384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093976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MICROSERVICE CORE (JAVA)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2276856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LTS • Spring Boot 3.3.4 • Spring Security 6 • JJWT • RESTful APIs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245973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multi-tenant controllers, WebSocket message broker (/topic and /user/queue), and atomic concurrency locks.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2898648"/>
            <a:ext cx="5029200" cy="786384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971800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DUAL-DATABASE PERSISTENCE STRATEGY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3154680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Cloud (Distributed NoSQL) + Relational Enterprise Mapping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333756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stores high-throughput notifications, pre-approved passes, and audit trails; robust relational schemas for billing.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776472"/>
            <a:ext cx="5029200" cy="786384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849624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&amp; CI/CD INFRASTRUCTURE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" y="4032504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Cloud (Dockerized Spring Boot Container) + GitHub Pages (Production PWA)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21538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continuous deployment with sub-second health monitors (/api/health) and automated failovers.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806440" y="1143000"/>
            <a:ext cx="2788920" cy="3474720"/>
          </a:xfrm>
          <a:prstGeom prst="rect">
            <a:avLst/>
          </a:prstGeom>
          <a:solidFill>
            <a:srgbClr val="16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89320" y="12801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BENCHMARKS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89320" y="16459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150 ms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989320" y="19659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STOMP WebSocket Alert Latency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989320" y="2340864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989320" y="2660904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 per Society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89320" y="30358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989320" y="3355848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 Rotating JWT Access Tokens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989320" y="373075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First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989320" y="4050792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Auto-syncing LocalStorage Queue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 OPERATIONAL COMMAND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Admin Dashboard &amp; Analytics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Centralized Command Center for Society Administrators &amp; Committee Members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4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Campus Metrics: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KPI cards monitoring registered residential units, active residents, on-duty security staff, and monthly billing totals.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Gatehouse Traffic Feed: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monitor of active gate entries, pending resident approvals, and recent checkouts with sub-second WebSocket synchronization.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Rapid Operational Shortcuts: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1-tap access to visitor registries, staff management, resident directory, maintenance ledger, and campus broadcast dispatches.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Multi-Tenant Scoping: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role-based isolation guarantees that committee members only view statistics belonging to their society complex.
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4" name="Image 0" descr="D:\Projects\GATESYNC\screenshots\actual_gatesync_dashboard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80160"/>
            <a:ext cx="3886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 GATEHOUSE OPERATIONS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Desk Terminal &amp; Fast Visitor Ingress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High-Speed Interface Designed for Rapid Tablet and Gatehouse Terminal Input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5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Swift Data Capture: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register visitor full name, mobile number, target flat unit, vehicle plate, and visit category in under 15 seconds.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Auto-Complete Resident Search: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dynamic lookup by flat number (e.g., A-101) or resident name eliminates manual telephone book lookups.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Instant Push Notification Dispatch: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entry automatically dispatches a real-time STOMP WebSocket notification to the resident smartphone.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Entry Queue Feedback: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view real-time decision updates (Pending, Approved, Denied) directly on screen without leaving their post.
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4" name="Image 0" descr="D:\Projects\GATESYNC\screenshots\fresh_3_guard_de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80160"/>
            <a:ext cx="3886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 RESIDENT VERIFICATION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Real-Time Alert &amp; 1-Tap Remote Approval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Push Notification Modal Connecting Gate Arrival Directly to Resident Smartphone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6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Interactive Alert Modal: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Instantaneous pop-up modal appears on resident device with an audible arrival chime the moment guard logs the visitor.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Identity &amp; Arrival Details: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visitor photo, full name, visit category, entry gate ID, and vehicle registration for complete transparency.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1-Tap Binary Decision: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taps Approve Entry (Green) to open the barrier or Deny Entry (Red) with optional reason sent back to the guard.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Atomic Concurrency Guard: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conflict protection (HTTP 409) prevents conflicting decisions if multiple family members open the alert.
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4" name="Image 0" descr="D:\Projects\GATESYNC\screenshots\fresh_fig_8_3_arrival_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80160"/>
            <a:ext cx="3886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 LOGISTICS INGRESS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1-Tap Fast Logistics &amp; Delivery Clearance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Eliminating Typing Bottlenecks for High-Volume E-Commerce Delivery Personnel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7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Dedicated Provider Presets: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1-tap buttons for Swiggy, Zomato, Amazon, Blinkit, and Flipkart eliminate tedious keyboard entry.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Peak Delivery Ingress Speed: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courier entry processing from 2 minutes down to under 5 seconds per delivery executive.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Doorstep vs Gate Delivery Rules: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specify whether parcels are pre-approved to the door or must be left at the gate security desk.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Tamper-Evident Courier Log: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logs delivery company name, parcel target flat, timestamp, and guard badge ID in the database.
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4" name="Image 0" descr="D:\Projects\GATESYNC\screenshots\fresh_real_quick_delivery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80160"/>
            <a:ext cx="3886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 GUEST AUTOMATION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Pre-Approved Guest Passes &amp; QR Code Scanner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Digital Invitations with Fast Optical Camera Verification at the Gate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8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Resident Self-Service Creation: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generate guest entry passes in advance with customized valid-from and valid-until date/time windows.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Cryptographic 6-Digit OTP &amp; QR: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generated pass embeds a unique cryptographic 6-digit numeric token and scannable high-contrast QR code.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1-Click WhatsApp Sharing: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Pre-formatted invitation message with pass link and QR code is sent directly to guests via WhatsApp.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Optical Camera Scanner: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Gatekeeper terminal scans guest QR or enters the 6-digit OTP for instant 2-second automated gate clearance.
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4" name="Image 0" descr="D:\Projects\GATESYNC\screenshots\fresh_pass_scanner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80160"/>
            <a:ext cx="3886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 SECURITY GOVERNANCE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Visitor Registry &amp; Historical Security Logs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Tamper-Proof Audit Trail of Campus Traffic, Parking &amp; Checkout Timestamps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9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Comprehensive Live Registry: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Filterable, searchable ledger tracking visitor name, contact number, vehicle plate, arrival gate, and host flat.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Status Badges: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visual status tracking: INSIDE (currently on campus), CHECKED_OUT (departed), or REJECTED.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1-Tap Gate Checkout: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log departure with a single tap, recording exact exit timestamps and calculating total stay duration.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Auditing &amp; Police Incident Export: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logs are exportable for society committee reviews, incident investigations, or local authorities.
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4" name="Image 0" descr="D:\Projects\GATESYNC\screenshots\fresh_2_visitor_regis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80160"/>
            <a:ext cx="3886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 FINANCIAL GOVERNANCE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Maintenance Billing &amp; Accounting Ledger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Dues Calculation, Payment Status Tracking &amp; Community Issue Helpdesk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10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Digital Dues Management: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flat-wise monthly maintenance bills with itemized breakdowns for water, security, sinking funds, and parking.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Payment Tracking: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visual classification of Paid, Pending, and Overdue flat accounts across all society blocks and wings.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Printable Itemized PDF Invoices: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and administrators can view and print professional digital PDF invoices with detailed transaction logs.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Community Helpdesk Integration: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problem ticketing module allows residents to file repair tickets (plumbing, electrical) with real-time status.
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162238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4" name="Image 0" descr="D:\Projects\GATESYNC\screenshots\fresh_3_maintenance_bil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80160"/>
            <a:ext cx="3886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SECURITY &amp; RESILIENCE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Security &amp; Offline PWA Architecture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Protection, Multi-Tenant Boundary Isolation, and Continuous Offline Operation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243656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Arpitsinh Thakor (23SE02IE040)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11 /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514600" cy="3474720"/>
          </a:xfrm>
          <a:prstGeom prst="rect">
            <a:avLst/>
          </a:prstGeom>
          <a:solidFill>
            <a:srgbClr val="16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801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JWT SECURITY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600200"/>
            <a:ext cx="224028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15-Minute rotating JWT access tokens kept in-memory (XSS immune).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HttpOnly SameSite=Strict cookies for refresh tokens.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BCrypt salted password hashing with forced first-login password update.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Strict Role-Based Access Control (RBAC): ADMIN, RESIDENT, and GUARD.
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37560" y="1143000"/>
            <a:ext cx="2514600" cy="3474720"/>
          </a:xfrm>
          <a:prstGeom prst="rect">
            <a:avLst/>
          </a:prstGeom>
          <a:solidFill>
            <a:srgbClr val="162238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2801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PWA RESILIENCE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1600200"/>
            <a:ext cx="224028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Service Worker precaches assets for 100% offline application startup.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Offline Transaction Queue stores visitor entries in LocalStorage.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Automatic synchronization immediately when network reconnects.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Segregated dual-database design: In-memory mapping + MongoDB Atlas.
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26480" y="1143000"/>
            <a:ext cx="2514600" cy="3474720"/>
          </a:xfrm>
          <a:prstGeom prst="rect">
            <a:avLst/>
          </a:prstGeom>
          <a:solidFill>
            <a:srgbClr val="16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12801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&amp; EMERGENCY SOS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63640" y="1600200"/>
            <a:ext cx="224028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Immutable audit logging capturing actor ID, IP address, and payload.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2-Second deduplication key window prevents duplicate alert spam.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multi-tenant data isolation ensures zero data leaks across societies.
</a:t>
            </a:r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Emergency SOS trigger sounds immediate guard desk alarm and siren.
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Platform  |  Evaluation &amp; Discussion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8046720" cy="1645920"/>
          </a:xfrm>
          <a:prstGeom prst="rect">
            <a:avLst/>
          </a:prstGeom>
          <a:solidFill>
            <a:srgbClr val="162238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DELIVERABLES &amp; PRODUCTION CLOUD ENDPOINTS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7589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Progressive Web App (PWA):  </a:t>
            </a:r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https://arpitthakor28.github.io/sms1/  (Installable mobile/desktop frontend)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Cloud Backend API (Render):  </a:t>
            </a:r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https://sms1-c9sj.onrender.com  (Spring Boot 3 + Java 21 container)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Cloud Nap Stopper / Health Check:  </a:t>
            </a:r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https://sms1-c9sj.onrender.com/api/health  (Continuous uptime monitor)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GitHub Source Code Repository:  </a:t>
            </a:r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https://github.com/arpitthakor28/sms1  (Full-stack source with reports &amp; slides)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8046720" cy="1325880"/>
          </a:xfrm>
          <a:prstGeom prst="rect">
            <a:avLst/>
          </a:prstGeom>
          <a:solidFill>
            <a:srgbClr val="162238"/>
          </a:solidFill>
          <a:ln w="12700">
            <a:solidFill>
              <a:srgbClr val="2436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33756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DEVELOPED BY: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ARPITSINH THAKOR
</a:t>
            </a:r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Number: 23SE02IE040
</a:t>
            </a:r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 Information Technology &amp; Engineering
</a:t>
            </a:r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Focus: Full Stack Development - Java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937760" y="333756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&amp; INSTITUTION: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
</a:t>
            </a:r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University, Surat, Gujarat
</a:t>
            </a:r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Project  •  Academic Year 2026–2027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480060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All Rights Reserved © 2026–2027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School of Engineering, P. P. Savani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GATESYNC - Smart Residential Security &amp; Visitor Management Platform</dc:title>
  <dc:subject>PptxGenJS Presentation</dc:subject>
  <dc:creator>Arpitsinh Thakor (23SE02IE040)</dc:creator>
  <cp:lastModifiedBy>Arpitsinh Thakor (23SE02IE040)</cp:lastModifiedBy>
  <cp:revision>1</cp:revision>
  <dcterms:created xsi:type="dcterms:W3CDTF">2026-10-26T07:06:50Z</dcterms:created>
  <dcterms:modified xsi:type="dcterms:W3CDTF">2026-10-26T07:06:50Z</dcterms:modified>
</cp:coreProperties>
</file>